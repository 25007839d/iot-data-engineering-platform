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9" r:id="rId4"/>
  </p:sldMasterIdLst>
  <p:sldIdLst>
    <p:sldId id="256" r:id="rId5"/>
    <p:sldId id="270" r:id="rId6"/>
    <p:sldId id="257" r:id="rId7"/>
    <p:sldId id="269" r:id="rId8"/>
    <p:sldId id="258" r:id="rId9"/>
    <p:sldId id="260" r:id="rId10"/>
    <p:sldId id="262" r:id="rId11"/>
    <p:sldId id="259" r:id="rId12"/>
    <p:sldId id="261" r:id="rId13"/>
    <p:sldId id="263" r:id="rId14"/>
    <p:sldId id="264" r:id="rId15"/>
    <p:sldId id="265" r:id="rId16"/>
    <p:sldId id="267" r:id="rId17"/>
    <p:sldId id="266" r:id="rId18"/>
    <p:sldId id="268" r:id="rId19"/>
  </p:sldIdLst>
  <p:sldSz cx="12192000" cy="6858000"/>
  <p:notesSz cx="6858000" cy="9144000"/>
  <p:photoAlbum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361" autoAdjust="0"/>
    <p:restoredTop sz="94660"/>
  </p:normalViewPr>
  <p:slideViewPr>
    <p:cSldViewPr snapToGrid="0">
      <p:cViewPr varScale="1">
        <p:scale>
          <a:sx n="78" d="100"/>
          <a:sy n="78" d="100"/>
        </p:scale>
        <p:origin x="864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FA3BBD8F-52FC-498D-AECF-795C11C71659}" type="datetimeFigureOut">
              <a:rPr lang="en-IN" smtClean="0"/>
              <a:t>27-05-2026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78C9DDC8-A77A-443E-AE04-8CD5F112516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636084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3BBD8F-52FC-498D-AECF-795C11C71659}" type="datetimeFigureOut">
              <a:rPr lang="en-IN" smtClean="0"/>
              <a:t>27-05-2026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9DDC8-A77A-443E-AE04-8CD5F112516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069422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3BBD8F-52FC-498D-AECF-795C11C71659}" type="datetimeFigureOut">
              <a:rPr lang="en-IN" smtClean="0"/>
              <a:t>27-05-2026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9DDC8-A77A-443E-AE04-8CD5F112516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9624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3BBD8F-52FC-498D-AECF-795C11C71659}" type="datetimeFigureOut">
              <a:rPr lang="en-IN" smtClean="0"/>
              <a:t>27-05-2026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9DDC8-A77A-443E-AE04-8CD5F112516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883766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3BBD8F-52FC-498D-AECF-795C11C71659}" type="datetimeFigureOut">
              <a:rPr lang="en-IN" smtClean="0"/>
              <a:t>27-05-2026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9DDC8-A77A-443E-AE04-8CD5F112516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262193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3BBD8F-52FC-498D-AECF-795C11C71659}" type="datetimeFigureOut">
              <a:rPr lang="en-IN" smtClean="0"/>
              <a:t>27-05-2026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9DDC8-A77A-443E-AE04-8CD5F112516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232374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3BBD8F-52FC-498D-AECF-795C11C71659}" type="datetimeFigureOut">
              <a:rPr lang="en-IN" smtClean="0"/>
              <a:t>27-05-2026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9DDC8-A77A-443E-AE04-8CD5F112516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277976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3BBD8F-52FC-498D-AECF-795C11C71659}" type="datetimeFigureOut">
              <a:rPr lang="en-IN" smtClean="0"/>
              <a:t>27-05-2026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9DDC8-A77A-443E-AE04-8CD5F112516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707838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3BBD8F-52FC-498D-AECF-795C11C71659}" type="datetimeFigureOut">
              <a:rPr lang="en-IN" smtClean="0"/>
              <a:t>27-05-2026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9DDC8-A77A-443E-AE04-8CD5F112516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190916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3BBD8F-52FC-498D-AECF-795C11C71659}" type="datetimeFigureOut">
              <a:rPr lang="en-IN" smtClean="0"/>
              <a:t>27-05-2026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9DDC8-A77A-443E-AE04-8CD5F112516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513648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3BBD8F-52FC-498D-AECF-795C11C71659}" type="datetimeFigureOut">
              <a:rPr lang="en-IN" smtClean="0"/>
              <a:t>27-05-2026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9DDC8-A77A-443E-AE04-8CD5F112516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581094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3BBD8F-52FC-498D-AECF-795C11C71659}" type="datetimeFigureOut">
              <a:rPr lang="en-IN" smtClean="0"/>
              <a:t>27-05-2026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9DDC8-A77A-443E-AE04-8CD5F112516E}" type="slidenum">
              <a:rPr lang="en-IN" smtClean="0"/>
              <a:t>‹#›</a:t>
            </a:fld>
            <a:endParaRPr lang="en-IN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63266823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3BBD8F-52FC-498D-AECF-795C11C71659}" type="datetimeFigureOut">
              <a:rPr lang="en-IN" smtClean="0"/>
              <a:t>27-05-2026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9DDC8-A77A-443E-AE04-8CD5F112516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3614944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3BBD8F-52FC-498D-AECF-795C11C71659}" type="datetimeFigureOut">
              <a:rPr lang="en-IN" smtClean="0"/>
              <a:t>27-05-2026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9DDC8-A77A-443E-AE04-8CD5F112516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5539471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3BBD8F-52FC-498D-AECF-795C11C71659}" type="datetimeFigureOut">
              <a:rPr lang="en-IN" smtClean="0"/>
              <a:t>27-05-2026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9DDC8-A77A-443E-AE04-8CD5F112516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79490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3BBD8F-52FC-498D-AECF-795C11C71659}" type="datetimeFigureOut">
              <a:rPr lang="en-IN" smtClean="0"/>
              <a:t>27-05-2026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9DDC8-A77A-443E-AE04-8CD5F112516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1542524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3BBD8F-52FC-498D-AECF-795C11C71659}" type="datetimeFigureOut">
              <a:rPr lang="en-IN" smtClean="0"/>
              <a:t>27-05-2026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9DDC8-A77A-443E-AE04-8CD5F112516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009760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3BBD8F-52FC-498D-AECF-795C11C71659}" type="datetimeFigureOut">
              <a:rPr lang="en-IN" smtClean="0"/>
              <a:t>27-05-2026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8C9DDC8-A77A-443E-AE04-8CD5F112516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777291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  <p:sldLayoutId id="2147483693" r:id="rId4"/>
    <p:sldLayoutId id="2147483694" r:id="rId5"/>
    <p:sldLayoutId id="2147483695" r:id="rId6"/>
    <p:sldLayoutId id="2147483696" r:id="rId7"/>
    <p:sldLayoutId id="2147483697" r:id="rId8"/>
    <p:sldLayoutId id="2147483698" r:id="rId9"/>
    <p:sldLayoutId id="2147483699" r:id="rId10"/>
    <p:sldLayoutId id="2147483700" r:id="rId11"/>
    <p:sldLayoutId id="2147483701" r:id="rId12"/>
    <p:sldLayoutId id="2147483702" r:id="rId13"/>
    <p:sldLayoutId id="2147483703" r:id="rId14"/>
    <p:sldLayoutId id="2147483704" r:id="rId15"/>
    <p:sldLayoutId id="2147483705" r:id="rId16"/>
    <p:sldLayoutId id="2147483706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5A8588-F5DD-E30D-015F-066DA823677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/>
              <a:t>DK-IOT Sensor Data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2F55E25-D3D7-B816-7651-0E56E7641B5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dirty="0"/>
              <a:t>by Dushyant Kumar</a:t>
            </a:r>
          </a:p>
        </p:txBody>
      </p:sp>
    </p:spTree>
    <p:extLst>
      <p:ext uri="{BB962C8B-B14F-4D97-AF65-F5344CB8AC3E}">
        <p14:creationId xmlns:p14="http://schemas.microsoft.com/office/powerpoint/2010/main" val="18523706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C079DE0-74FA-88CC-79A7-2CDF713A16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6245" y="0"/>
            <a:ext cx="1058934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58574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image">
            <a:extLst>
              <a:ext uri="{FF2B5EF4-FFF2-40B4-BE49-F238E27FC236}">
                <a16:creationId xmlns:a16="http://schemas.microsoft.com/office/drawing/2014/main" id="{933A66B5-844A-86DD-34E7-B9BC30515A29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15" b="80550"/>
          <a:stretch>
            <a:fillRect/>
          </a:stretch>
        </p:blipFill>
        <p:spPr>
          <a:xfrm>
            <a:off x="447368" y="2448233"/>
            <a:ext cx="11552902" cy="1799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13260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C09C4BF-AFB8-F638-5917-ADEF3E4A36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1230" y="0"/>
            <a:ext cx="1116954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71935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k_iot">
            <a:extLst>
              <a:ext uri="{FF2B5EF4-FFF2-40B4-BE49-F238E27FC236}">
                <a16:creationId xmlns:a16="http://schemas.microsoft.com/office/drawing/2014/main" id="{1E12EC3E-4E14-F30D-2A2C-49A7DBE472B9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5333"/>
          <a:stretch>
            <a:fillRect/>
          </a:stretch>
        </p:blipFill>
        <p:spPr>
          <a:xfrm>
            <a:off x="1021791" y="216800"/>
            <a:ext cx="10148418" cy="6233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84893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0A30B4-46F1-6D99-F9A8-9CC00D6320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k_iot">
            <a:extLst>
              <a:ext uri="{FF2B5EF4-FFF2-40B4-BE49-F238E27FC236}">
                <a16:creationId xmlns:a16="http://schemas.microsoft.com/office/drawing/2014/main" id="{DBB4405A-A48C-C22E-7838-66622E494125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634" b="660"/>
          <a:stretch>
            <a:fillRect/>
          </a:stretch>
        </p:blipFill>
        <p:spPr>
          <a:xfrm>
            <a:off x="628500" y="491613"/>
            <a:ext cx="11144109" cy="5722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01875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76BD41C-F765-8D5F-5CC0-DCCC8C28599B}"/>
              </a:ext>
            </a:extLst>
          </p:cNvPr>
          <p:cNvSpPr txBox="1"/>
          <p:nvPr/>
        </p:nvSpPr>
        <p:spPr>
          <a:xfrm>
            <a:off x="1791929" y="1909605"/>
            <a:ext cx="61009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https://github.com/25007839d/iot_api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9CA8D3-4B95-3150-6215-F08B9D7DE251}"/>
              </a:ext>
            </a:extLst>
          </p:cNvPr>
          <p:cNvSpPr txBox="1"/>
          <p:nvPr/>
        </p:nvSpPr>
        <p:spPr>
          <a:xfrm>
            <a:off x="1791929" y="709972"/>
            <a:ext cx="93380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3200" b="1" dirty="0"/>
              <a:t>Flask App Repo auto sync in render- </a:t>
            </a:r>
            <a:r>
              <a:rPr lang="en-IN" sz="3200" b="1" dirty="0" err="1"/>
              <a:t>loging</a:t>
            </a:r>
            <a:r>
              <a:rPr lang="en-IN" sz="3200" b="1" dirty="0"/>
              <a:t> by </a:t>
            </a:r>
            <a:r>
              <a:rPr lang="en-IN" sz="3200" b="1" dirty="0" err="1"/>
              <a:t>github</a:t>
            </a:r>
            <a:endParaRPr lang="en-IN" sz="3200" b="1" dirty="0"/>
          </a:p>
        </p:txBody>
      </p:sp>
    </p:spTree>
    <p:extLst>
      <p:ext uri="{BB962C8B-B14F-4D97-AF65-F5344CB8AC3E}">
        <p14:creationId xmlns:p14="http://schemas.microsoft.com/office/powerpoint/2010/main" val="9008403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03055C8-42E3-320B-92F2-00E455F04413}"/>
              </a:ext>
            </a:extLst>
          </p:cNvPr>
          <p:cNvSpPr txBox="1"/>
          <p:nvPr/>
        </p:nvSpPr>
        <p:spPr>
          <a:xfrm>
            <a:off x="2214717" y="1316278"/>
            <a:ext cx="610091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 err="1"/>
              <a:t>api</a:t>
            </a:r>
            <a:endParaRPr lang="en-IN" dirty="0"/>
          </a:p>
          <a:p>
            <a:r>
              <a:rPr lang="en-IN" dirty="0"/>
              <a:t>https://iot-api-6vuj.onrender.com/sensor</a:t>
            </a:r>
          </a:p>
          <a:p>
            <a:endParaRPr lang="en-IN" dirty="0"/>
          </a:p>
          <a:p>
            <a:r>
              <a:rPr lang="en-IN" dirty="0"/>
              <a:t>dashboard</a:t>
            </a:r>
          </a:p>
          <a:p>
            <a:r>
              <a:rPr lang="en-IN" dirty="0"/>
              <a:t>https://iot-api-6vuj.onrender.com/dashboard</a:t>
            </a:r>
          </a:p>
        </p:txBody>
      </p:sp>
    </p:spTree>
    <p:extLst>
      <p:ext uri="{BB962C8B-B14F-4D97-AF65-F5344CB8AC3E}">
        <p14:creationId xmlns:p14="http://schemas.microsoft.com/office/powerpoint/2010/main" val="32235374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0C3DA96-8558-C112-4A39-042EEDE3914D}"/>
              </a:ext>
            </a:extLst>
          </p:cNvPr>
          <p:cNvSpPr txBox="1"/>
          <p:nvPr/>
        </p:nvSpPr>
        <p:spPr>
          <a:xfrm>
            <a:off x="2637503" y="1899431"/>
            <a:ext cx="6100916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1800" dirty="0">
                <a:effectLst/>
                <a:latin typeface="JetBrains Mono"/>
              </a:rPr>
              <a:t>import requests</a:t>
            </a:r>
            <a:br>
              <a:rPr lang="en-IN" sz="1800" dirty="0">
                <a:effectLst/>
                <a:latin typeface="JetBrains Mono"/>
              </a:rPr>
            </a:br>
            <a:br>
              <a:rPr lang="en-IN" sz="1800" dirty="0">
                <a:effectLst/>
                <a:latin typeface="JetBrains Mono"/>
              </a:rPr>
            </a:br>
            <a:r>
              <a:rPr lang="en-IN" sz="1800" dirty="0" err="1">
                <a:effectLst/>
                <a:latin typeface="JetBrains Mono"/>
              </a:rPr>
              <a:t>url</a:t>
            </a:r>
            <a:r>
              <a:rPr lang="en-IN" sz="1800" dirty="0">
                <a:effectLst/>
                <a:latin typeface="JetBrains Mono"/>
              </a:rPr>
              <a:t> = "https://iot-api-6vuj.onrender.com/sensor"</a:t>
            </a:r>
            <a:br>
              <a:rPr lang="en-IN" sz="1800" dirty="0">
                <a:effectLst/>
                <a:latin typeface="JetBrains Mono"/>
              </a:rPr>
            </a:br>
            <a:br>
              <a:rPr lang="en-IN" sz="1800" dirty="0">
                <a:effectLst/>
                <a:latin typeface="JetBrains Mono"/>
              </a:rPr>
            </a:br>
            <a:r>
              <a:rPr lang="en-IN" sz="1800" dirty="0">
                <a:effectLst/>
                <a:latin typeface="JetBrains Mono"/>
              </a:rPr>
              <a:t>data = {</a:t>
            </a:r>
            <a:br>
              <a:rPr lang="en-IN" sz="1800" dirty="0">
                <a:effectLst/>
                <a:latin typeface="JetBrains Mono"/>
              </a:rPr>
            </a:br>
            <a:r>
              <a:rPr lang="en-IN" sz="1800" dirty="0">
                <a:effectLst/>
                <a:latin typeface="JetBrains Mono"/>
              </a:rPr>
              <a:t>    "temperature": 34,</a:t>
            </a:r>
            <a:br>
              <a:rPr lang="en-IN" sz="1800" dirty="0">
                <a:effectLst/>
                <a:latin typeface="JetBrains Mono"/>
              </a:rPr>
            </a:br>
            <a:r>
              <a:rPr lang="en-IN" sz="1800" dirty="0">
                <a:effectLst/>
                <a:latin typeface="JetBrains Mono"/>
              </a:rPr>
              <a:t>    "vibration": 1,</a:t>
            </a:r>
            <a:br>
              <a:rPr lang="en-IN" sz="1800" dirty="0">
                <a:effectLst/>
                <a:latin typeface="JetBrains Mono"/>
              </a:rPr>
            </a:br>
            <a:r>
              <a:rPr lang="en-IN" sz="1800" dirty="0">
                <a:effectLst/>
                <a:latin typeface="JetBrains Mono"/>
              </a:rPr>
              <a:t>    "current": 2.5</a:t>
            </a:r>
            <a:br>
              <a:rPr lang="en-IN" sz="1800" dirty="0">
                <a:effectLst/>
                <a:latin typeface="JetBrains Mono"/>
              </a:rPr>
            </a:br>
            <a:r>
              <a:rPr lang="en-IN" sz="1800" dirty="0">
                <a:effectLst/>
                <a:latin typeface="JetBrains Mono"/>
              </a:rPr>
              <a:t>}</a:t>
            </a:r>
            <a:br>
              <a:rPr lang="en-IN" sz="1800" dirty="0">
                <a:effectLst/>
                <a:latin typeface="JetBrains Mono"/>
              </a:rPr>
            </a:br>
            <a:br>
              <a:rPr lang="en-IN" sz="1800" dirty="0">
                <a:effectLst/>
                <a:latin typeface="JetBrains Mono"/>
              </a:rPr>
            </a:br>
            <a:r>
              <a:rPr lang="en-IN" sz="1800" dirty="0">
                <a:effectLst/>
                <a:latin typeface="JetBrains Mono"/>
              </a:rPr>
              <a:t>response = </a:t>
            </a:r>
            <a:r>
              <a:rPr lang="en-IN" sz="1800" dirty="0" err="1">
                <a:effectLst/>
                <a:latin typeface="JetBrains Mono"/>
              </a:rPr>
              <a:t>requests.post</a:t>
            </a:r>
            <a:r>
              <a:rPr lang="en-IN" sz="1800" dirty="0">
                <a:effectLst/>
                <a:latin typeface="JetBrains Mono"/>
              </a:rPr>
              <a:t>(</a:t>
            </a:r>
            <a:r>
              <a:rPr lang="en-IN" sz="1800" dirty="0" err="1">
                <a:effectLst/>
                <a:latin typeface="JetBrains Mono"/>
              </a:rPr>
              <a:t>url</a:t>
            </a:r>
            <a:r>
              <a:rPr lang="en-IN" sz="1800" dirty="0">
                <a:effectLst/>
                <a:latin typeface="JetBrains Mono"/>
              </a:rPr>
              <a:t>, data=data)</a:t>
            </a:r>
            <a:br>
              <a:rPr lang="en-IN" sz="1800" dirty="0">
                <a:effectLst/>
                <a:latin typeface="JetBrains Mono"/>
              </a:rPr>
            </a:br>
            <a:br>
              <a:rPr lang="en-IN" sz="1800" dirty="0">
                <a:effectLst/>
                <a:latin typeface="JetBrains Mono"/>
              </a:rPr>
            </a:br>
            <a:r>
              <a:rPr lang="en-IN" sz="1800" dirty="0">
                <a:effectLst/>
                <a:latin typeface="JetBrains Mono"/>
              </a:rPr>
              <a:t>print(</a:t>
            </a:r>
            <a:r>
              <a:rPr lang="en-IN" sz="1800" dirty="0" err="1">
                <a:effectLst/>
                <a:latin typeface="JetBrains Mono"/>
              </a:rPr>
              <a:t>response.text</a:t>
            </a:r>
            <a:r>
              <a:rPr lang="en-IN" sz="1800" dirty="0">
                <a:effectLst/>
                <a:latin typeface="JetBrains Mono"/>
              </a:rPr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DF35C7E-07E3-FFD4-A5C4-730BF24A9799}"/>
              </a:ext>
            </a:extLst>
          </p:cNvPr>
          <p:cNvSpPr txBox="1"/>
          <p:nvPr/>
        </p:nvSpPr>
        <p:spPr>
          <a:xfrm>
            <a:off x="1739661" y="680475"/>
            <a:ext cx="179568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3200" b="1" dirty="0"/>
              <a:t>TEST API:</a:t>
            </a:r>
          </a:p>
        </p:txBody>
      </p:sp>
    </p:spTree>
    <p:extLst>
      <p:ext uri="{BB962C8B-B14F-4D97-AF65-F5344CB8AC3E}">
        <p14:creationId xmlns:p14="http://schemas.microsoft.com/office/powerpoint/2010/main" val="32187769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6341032-197C-7475-CF41-F8003E9349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87005"/>
            <a:ext cx="12192000" cy="288398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5AE1200-F092-1127-3F26-0C546D4C905C}"/>
              </a:ext>
            </a:extLst>
          </p:cNvPr>
          <p:cNvSpPr txBox="1"/>
          <p:nvPr/>
        </p:nvSpPr>
        <p:spPr>
          <a:xfrm>
            <a:off x="1791929" y="709972"/>
            <a:ext cx="20537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3200" b="1" dirty="0"/>
              <a:t>Dashboard</a:t>
            </a:r>
          </a:p>
        </p:txBody>
      </p:sp>
    </p:spTree>
    <p:extLst>
      <p:ext uri="{BB962C8B-B14F-4D97-AF65-F5344CB8AC3E}">
        <p14:creationId xmlns:p14="http://schemas.microsoft.com/office/powerpoint/2010/main" val="22089048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95240B1-AD9C-7E5D-66FE-4C74A79E8F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56064"/>
            <a:ext cx="12192000" cy="584372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64BADE5-D46A-67CB-3F05-6AC512154B57}"/>
              </a:ext>
            </a:extLst>
          </p:cNvPr>
          <p:cNvSpPr txBox="1"/>
          <p:nvPr/>
        </p:nvSpPr>
        <p:spPr>
          <a:xfrm>
            <a:off x="1782096" y="454333"/>
            <a:ext cx="263559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3200" b="1" dirty="0"/>
              <a:t>Render server </a:t>
            </a:r>
          </a:p>
        </p:txBody>
      </p:sp>
    </p:spTree>
    <p:extLst>
      <p:ext uri="{BB962C8B-B14F-4D97-AF65-F5344CB8AC3E}">
        <p14:creationId xmlns:p14="http://schemas.microsoft.com/office/powerpoint/2010/main" val="18488746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A4E5F45-9824-19BF-5D71-AAE37321B2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59496"/>
            <a:ext cx="12192000" cy="569850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6364294-86A6-2163-94A2-31B5C2C2FC1A}"/>
              </a:ext>
            </a:extLst>
          </p:cNvPr>
          <p:cNvSpPr txBox="1"/>
          <p:nvPr/>
        </p:nvSpPr>
        <p:spPr>
          <a:xfrm>
            <a:off x="1782096" y="454333"/>
            <a:ext cx="643996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3200" b="1" dirty="0" err="1"/>
              <a:t>Supabase</a:t>
            </a:r>
            <a:r>
              <a:rPr lang="en-IN" sz="3200" b="1" dirty="0"/>
              <a:t> DB server- login by </a:t>
            </a:r>
            <a:r>
              <a:rPr lang="en-IN" sz="3200" b="1" dirty="0" err="1"/>
              <a:t>github</a:t>
            </a:r>
            <a:endParaRPr lang="en-IN" sz="3200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F397AC-737B-B406-9504-BB1D8EEE7D48}"/>
              </a:ext>
            </a:extLst>
          </p:cNvPr>
          <p:cNvSpPr txBox="1"/>
          <p:nvPr/>
        </p:nvSpPr>
        <p:spPr>
          <a:xfrm>
            <a:off x="0" y="854442"/>
            <a:ext cx="126381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https://supabase.com/dashboard/project/noatyhntldvoisaqxvip/sql/f765dfa7-17d3-41c6-a1cd-84676510ab98</a:t>
            </a:r>
          </a:p>
        </p:txBody>
      </p:sp>
    </p:spTree>
    <p:extLst>
      <p:ext uri="{BB962C8B-B14F-4D97-AF65-F5344CB8AC3E}">
        <p14:creationId xmlns:p14="http://schemas.microsoft.com/office/powerpoint/2010/main" val="21260816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0AE5819-CA2F-2E8C-F470-CB2E57201C13}"/>
              </a:ext>
            </a:extLst>
          </p:cNvPr>
          <p:cNvSpPr txBox="1"/>
          <p:nvPr/>
        </p:nvSpPr>
        <p:spPr>
          <a:xfrm>
            <a:off x="2880851" y="825909"/>
            <a:ext cx="60755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000" b="1" dirty="0"/>
              <a:t>Create a google form and google data sheet for record </a:t>
            </a:r>
          </a:p>
        </p:txBody>
      </p:sp>
    </p:spTree>
    <p:extLst>
      <p:ext uri="{BB962C8B-B14F-4D97-AF65-F5344CB8AC3E}">
        <p14:creationId xmlns:p14="http://schemas.microsoft.com/office/powerpoint/2010/main" val="20516173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D387850-C97E-FAD6-2B6E-AB56FB6E5100}"/>
              </a:ext>
            </a:extLst>
          </p:cNvPr>
          <p:cNvSpPr txBox="1"/>
          <p:nvPr/>
        </p:nvSpPr>
        <p:spPr>
          <a:xfrm>
            <a:off x="766916" y="1268361"/>
            <a:ext cx="1034353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/>
              <a:t>Google Machine Onboarding form : </a:t>
            </a:r>
          </a:p>
          <a:p>
            <a:r>
              <a:rPr lang="en-IN" dirty="0"/>
              <a:t>https://docs.google.com/forms/d/e/1FAIpQLSfteA7qHqTCIwHE60Evs8QE0zuVHdrRRB51GPf1LhLz72b0RQ/viewform?usp=publish-editor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A8F3A87-BC0D-F520-45EF-1FA20B01F6BB}"/>
              </a:ext>
            </a:extLst>
          </p:cNvPr>
          <p:cNvSpPr txBox="1"/>
          <p:nvPr/>
        </p:nvSpPr>
        <p:spPr>
          <a:xfrm>
            <a:off x="766915" y="3108293"/>
            <a:ext cx="1034353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Machine data onboarding google sheet: </a:t>
            </a:r>
            <a:r>
              <a:rPr lang="en-IN" dirty="0"/>
              <a:t>https://docs.google.com/spreadsheets/d/1Vqay7YnqGtA83aJvf16JTDXPS472N0DZtL-mF-NnPGU/edit?usp=sharing</a:t>
            </a:r>
          </a:p>
        </p:txBody>
      </p:sp>
    </p:spTree>
    <p:extLst>
      <p:ext uri="{BB962C8B-B14F-4D97-AF65-F5344CB8AC3E}">
        <p14:creationId xmlns:p14="http://schemas.microsoft.com/office/powerpoint/2010/main" val="11934636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B9010E1-8E65-06B5-9C9D-D772F3EC2E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602203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9793F875364964E8D2A4495C70F09F3" ma:contentTypeVersion="1" ma:contentTypeDescription="Create a new document." ma:contentTypeScope="" ma:versionID="d12e6c6132fb0d80fc0e100c4405fb55">
  <xsd:schema xmlns:xsd="http://www.w3.org/2001/XMLSchema" xmlns:xs="http://www.w3.org/2001/XMLSchema" xmlns:p="http://schemas.microsoft.com/office/2006/metadata/properties" xmlns:ns3="0d1d1856-6f48-4584-b267-02e59a5ff6db" targetNamespace="http://schemas.microsoft.com/office/2006/metadata/properties" ma:root="true" ma:fieldsID="7d86550ef90f821e0c443c410c43b433" ns3:_="">
    <xsd:import namespace="0d1d1856-6f48-4584-b267-02e59a5ff6db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d1d1856-6f48-4584-b267-02e59a5ff6db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D55A8980-E986-48B9-8FA7-6A6AFA55779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d1d1856-6f48-4584-b267-02e59a5ff6d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A11DE37C-F542-4B4F-A780-68F7F8375AD6}">
  <ds:schemaRefs>
    <ds:schemaRef ds:uri="0d1d1856-6f48-4584-b267-02e59a5ff6db"/>
    <ds:schemaRef ds:uri="http://schemas.microsoft.com/office/2006/documentManagement/types"/>
    <ds:schemaRef ds:uri="http://purl.org/dc/dcmitype/"/>
    <ds:schemaRef ds:uri="http://schemas.microsoft.com/office/2006/metadata/properties"/>
    <ds:schemaRef ds:uri="http://purl.org/dc/terms/"/>
    <ds:schemaRef ds:uri="http://purl.org/dc/elements/1.1/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69D46DE6-B1D3-4F5C-A0F1-F6241F50930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TM04033919[[fn=Circuit]]</Template>
  <TotalTime>2148</TotalTime>
  <Words>201</Words>
  <Application>Microsoft Office PowerPoint</Application>
  <PresentationFormat>Widescreen</PresentationFormat>
  <Paragraphs>19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JetBrains Mono</vt:lpstr>
      <vt:lpstr>Tw Cen MT</vt:lpstr>
      <vt:lpstr>Circuit</vt:lpstr>
      <vt:lpstr>DK-IOT Sensor Data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Dushyant Kumar</dc:creator>
  <cp:lastModifiedBy>Dushyant Kumar</cp:lastModifiedBy>
  <cp:revision>12</cp:revision>
  <dcterms:created xsi:type="dcterms:W3CDTF">2026-05-21T15:31:50Z</dcterms:created>
  <dcterms:modified xsi:type="dcterms:W3CDTF">2026-05-27T17:47:27Z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0x01010009793F875364964E8D2A4495C70F09F3</vt:lpwstr>
  </property>
</Properties>
</file>
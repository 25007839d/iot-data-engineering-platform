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56" r:id="rId5"/>
    <p:sldId id="257" r:id="rId6"/>
    <p:sldId id="258" r:id="rId7"/>
    <p:sldId id="260" r:id="rId8"/>
    <p:sldId id="262" r:id="rId9"/>
    <p:sldId id="259" r:id="rId10"/>
    <p:sldId id="261" r:id="rId11"/>
    <p:sldId id="263" r:id="rId12"/>
    <p:sldId id="264" r:id="rId13"/>
    <p:sldId id="265" r:id="rId14"/>
    <p:sldId id="267" r:id="rId15"/>
    <p:sldId id="266" r:id="rId16"/>
    <p:sldId id="268" r:id="rId17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0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4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7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219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37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9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8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9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6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0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2668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149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394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9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25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97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BBD8F-52FC-498D-AECF-795C11C7165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9DDC8-A77A-443E-AE04-8CD5F1125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2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8588-F5DD-E30D-015F-066DA8236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DK-IOT Sensor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55E25-D3D7-B816-7651-0E56E7641B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Dushyant Kumar</a:t>
            </a:r>
          </a:p>
        </p:txBody>
      </p:sp>
    </p:spTree>
    <p:extLst>
      <p:ext uri="{BB962C8B-B14F-4D97-AF65-F5344CB8AC3E}">
        <p14:creationId xmlns:p14="http://schemas.microsoft.com/office/powerpoint/2010/main" val="185237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933A66B5-844A-86DD-34E7-B9BC30515A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" b="80550"/>
          <a:stretch>
            <a:fillRect/>
          </a:stretch>
        </p:blipFill>
        <p:spPr>
          <a:xfrm>
            <a:off x="447368" y="2448233"/>
            <a:ext cx="11552902" cy="179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2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k_iot">
            <a:extLst>
              <a:ext uri="{FF2B5EF4-FFF2-40B4-BE49-F238E27FC236}">
                <a16:creationId xmlns:a16="http://schemas.microsoft.com/office/drawing/2014/main" id="{1E12EC3E-4E14-F30D-2A2C-49A7DBE472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33"/>
          <a:stretch>
            <a:fillRect/>
          </a:stretch>
        </p:blipFill>
        <p:spPr>
          <a:xfrm>
            <a:off x="1021791" y="216800"/>
            <a:ext cx="10148418" cy="623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8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A30B4-46F1-6D99-F9A8-9CC00D63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k_iot">
            <a:extLst>
              <a:ext uri="{FF2B5EF4-FFF2-40B4-BE49-F238E27FC236}">
                <a16:creationId xmlns:a16="http://schemas.microsoft.com/office/drawing/2014/main" id="{DBB4405A-A48C-C22E-7838-66622E4941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34" b="660"/>
          <a:stretch>
            <a:fillRect/>
          </a:stretch>
        </p:blipFill>
        <p:spPr>
          <a:xfrm>
            <a:off x="628500" y="491613"/>
            <a:ext cx="11144109" cy="572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8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6BD41C-F765-8D5F-5CC0-DCCC8C28599B}"/>
              </a:ext>
            </a:extLst>
          </p:cNvPr>
          <p:cNvSpPr txBox="1"/>
          <p:nvPr/>
        </p:nvSpPr>
        <p:spPr>
          <a:xfrm>
            <a:off x="1791929" y="1909605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https://github.com/25007839d/iot_api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CA8D3-4B95-3150-6215-F08B9D7DE251}"/>
              </a:ext>
            </a:extLst>
          </p:cNvPr>
          <p:cNvSpPr txBox="1"/>
          <p:nvPr/>
        </p:nvSpPr>
        <p:spPr>
          <a:xfrm>
            <a:off x="1791929" y="709972"/>
            <a:ext cx="9338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Flask App Repo auto sync in render- </a:t>
            </a:r>
            <a:r>
              <a:rPr lang="en-IN" sz="3200" b="1" dirty="0" err="1"/>
              <a:t>loging</a:t>
            </a:r>
            <a:r>
              <a:rPr lang="en-IN" sz="3200" b="1" dirty="0"/>
              <a:t> by </a:t>
            </a:r>
            <a:r>
              <a:rPr lang="en-IN" sz="3200" b="1" dirty="0" err="1"/>
              <a:t>github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0084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3055C8-42E3-320B-92F2-00E455F04413}"/>
              </a:ext>
            </a:extLst>
          </p:cNvPr>
          <p:cNvSpPr txBox="1"/>
          <p:nvPr/>
        </p:nvSpPr>
        <p:spPr>
          <a:xfrm>
            <a:off x="2214717" y="1316278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api</a:t>
            </a:r>
            <a:endParaRPr lang="en-IN" dirty="0"/>
          </a:p>
          <a:p>
            <a:r>
              <a:rPr lang="en-IN" dirty="0"/>
              <a:t>https://iot-api-6vuj.onrender.com/sensor</a:t>
            </a:r>
          </a:p>
          <a:p>
            <a:endParaRPr lang="en-IN" dirty="0"/>
          </a:p>
          <a:p>
            <a:r>
              <a:rPr lang="en-IN" dirty="0"/>
              <a:t>dashboard</a:t>
            </a:r>
          </a:p>
          <a:p>
            <a:r>
              <a:rPr lang="en-IN" dirty="0"/>
              <a:t>https://iot-api-6vuj.onrender.com/dashboard</a:t>
            </a:r>
          </a:p>
        </p:txBody>
      </p:sp>
    </p:spTree>
    <p:extLst>
      <p:ext uri="{BB962C8B-B14F-4D97-AF65-F5344CB8AC3E}">
        <p14:creationId xmlns:p14="http://schemas.microsoft.com/office/powerpoint/2010/main" val="322353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C3DA96-8558-C112-4A39-042EEDE3914D}"/>
              </a:ext>
            </a:extLst>
          </p:cNvPr>
          <p:cNvSpPr txBox="1"/>
          <p:nvPr/>
        </p:nvSpPr>
        <p:spPr>
          <a:xfrm>
            <a:off x="2637503" y="1899431"/>
            <a:ext cx="6100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JetBrains Mono"/>
              </a:rPr>
              <a:t>import requests</a:t>
            </a:r>
            <a:br>
              <a:rPr lang="en-IN" sz="1800" dirty="0">
                <a:effectLst/>
                <a:latin typeface="JetBrains Mono"/>
              </a:rPr>
            </a:br>
            <a:br>
              <a:rPr lang="en-IN" sz="1800" dirty="0">
                <a:effectLst/>
                <a:latin typeface="JetBrains Mono"/>
              </a:rPr>
            </a:br>
            <a:r>
              <a:rPr lang="en-IN" sz="1800" dirty="0" err="1">
                <a:effectLst/>
                <a:latin typeface="JetBrains Mono"/>
              </a:rPr>
              <a:t>url</a:t>
            </a:r>
            <a:r>
              <a:rPr lang="en-IN" sz="1800" dirty="0">
                <a:effectLst/>
                <a:latin typeface="JetBrains Mono"/>
              </a:rPr>
              <a:t> = "https://iot-api-6vuj.onrender.com/sensor"</a:t>
            </a:r>
            <a:br>
              <a:rPr lang="en-IN" sz="1800" dirty="0">
                <a:effectLst/>
                <a:latin typeface="JetBrains Mono"/>
              </a:rPr>
            </a:b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data = {</a:t>
            </a: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    "temperature": 34,</a:t>
            </a: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    "vibration": 1,</a:t>
            </a: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    "current": 2.5</a:t>
            </a: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}</a:t>
            </a:r>
            <a:br>
              <a:rPr lang="en-IN" sz="1800" dirty="0">
                <a:effectLst/>
                <a:latin typeface="JetBrains Mono"/>
              </a:rPr>
            </a:b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response = </a:t>
            </a:r>
            <a:r>
              <a:rPr lang="en-IN" sz="1800" dirty="0" err="1">
                <a:effectLst/>
                <a:latin typeface="JetBrains Mono"/>
              </a:rPr>
              <a:t>requests.post</a:t>
            </a:r>
            <a:r>
              <a:rPr lang="en-IN" sz="1800" dirty="0">
                <a:effectLst/>
                <a:latin typeface="JetBrains Mono"/>
              </a:rPr>
              <a:t>(</a:t>
            </a:r>
            <a:r>
              <a:rPr lang="en-IN" sz="1800" dirty="0" err="1">
                <a:effectLst/>
                <a:latin typeface="JetBrains Mono"/>
              </a:rPr>
              <a:t>url</a:t>
            </a:r>
            <a:r>
              <a:rPr lang="en-IN" sz="1800" dirty="0">
                <a:effectLst/>
                <a:latin typeface="JetBrains Mono"/>
              </a:rPr>
              <a:t>, data=data)</a:t>
            </a:r>
            <a:br>
              <a:rPr lang="en-IN" sz="1800" dirty="0">
                <a:effectLst/>
                <a:latin typeface="JetBrains Mono"/>
              </a:rPr>
            </a:br>
            <a:br>
              <a:rPr lang="en-IN" sz="1800" dirty="0">
                <a:effectLst/>
                <a:latin typeface="JetBrains Mono"/>
              </a:rPr>
            </a:br>
            <a:r>
              <a:rPr lang="en-IN" sz="1800" dirty="0">
                <a:effectLst/>
                <a:latin typeface="JetBrains Mono"/>
              </a:rPr>
              <a:t>print(</a:t>
            </a:r>
            <a:r>
              <a:rPr lang="en-IN" sz="1800" dirty="0" err="1">
                <a:effectLst/>
                <a:latin typeface="JetBrains Mono"/>
              </a:rPr>
              <a:t>response.text</a:t>
            </a:r>
            <a:r>
              <a:rPr lang="en-IN" sz="1800" dirty="0">
                <a:effectLst/>
                <a:latin typeface="JetBrains Mono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35C7E-07E3-FFD4-A5C4-730BF24A9799}"/>
              </a:ext>
            </a:extLst>
          </p:cNvPr>
          <p:cNvSpPr txBox="1"/>
          <p:nvPr/>
        </p:nvSpPr>
        <p:spPr>
          <a:xfrm>
            <a:off x="1739661" y="680475"/>
            <a:ext cx="1795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TEST API:</a:t>
            </a:r>
          </a:p>
        </p:txBody>
      </p:sp>
    </p:spTree>
    <p:extLst>
      <p:ext uri="{BB962C8B-B14F-4D97-AF65-F5344CB8AC3E}">
        <p14:creationId xmlns:p14="http://schemas.microsoft.com/office/powerpoint/2010/main" val="321877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41032-197C-7475-CF41-F8003E934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7005"/>
            <a:ext cx="12192000" cy="2883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AE1200-F092-1127-3F26-0C546D4C905C}"/>
              </a:ext>
            </a:extLst>
          </p:cNvPr>
          <p:cNvSpPr txBox="1"/>
          <p:nvPr/>
        </p:nvSpPr>
        <p:spPr>
          <a:xfrm>
            <a:off x="1791929" y="709972"/>
            <a:ext cx="20537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20890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240B1-AD9C-7E5D-66FE-4C74A79E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064"/>
            <a:ext cx="12192000" cy="58437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4BADE5-D46A-67CB-3F05-6AC512154B57}"/>
              </a:ext>
            </a:extLst>
          </p:cNvPr>
          <p:cNvSpPr txBox="1"/>
          <p:nvPr/>
        </p:nvSpPr>
        <p:spPr>
          <a:xfrm>
            <a:off x="1782096" y="454333"/>
            <a:ext cx="2635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Render server </a:t>
            </a:r>
          </a:p>
        </p:txBody>
      </p:sp>
    </p:spTree>
    <p:extLst>
      <p:ext uri="{BB962C8B-B14F-4D97-AF65-F5344CB8AC3E}">
        <p14:creationId xmlns:p14="http://schemas.microsoft.com/office/powerpoint/2010/main" val="184887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E5F45-9824-19BF-5D71-AAE37321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496"/>
            <a:ext cx="12192000" cy="5698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364294-86A6-2163-94A2-31B5C2C2FC1A}"/>
              </a:ext>
            </a:extLst>
          </p:cNvPr>
          <p:cNvSpPr txBox="1"/>
          <p:nvPr/>
        </p:nvSpPr>
        <p:spPr>
          <a:xfrm>
            <a:off x="1782096" y="454333"/>
            <a:ext cx="6439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err="1"/>
              <a:t>Supabase</a:t>
            </a:r>
            <a:r>
              <a:rPr lang="en-IN" sz="3200" b="1" dirty="0"/>
              <a:t> DB server- login by </a:t>
            </a:r>
            <a:r>
              <a:rPr lang="en-IN" sz="3200" b="1" dirty="0" err="1"/>
              <a:t>github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397AC-737B-B406-9504-BB1D8EEE7D48}"/>
              </a:ext>
            </a:extLst>
          </p:cNvPr>
          <p:cNvSpPr txBox="1"/>
          <p:nvPr/>
        </p:nvSpPr>
        <p:spPr>
          <a:xfrm>
            <a:off x="0" y="854442"/>
            <a:ext cx="1263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https://supabase.com/dashboard/project/noatyhntldvoisaqxvip/sql/f765dfa7-17d3-41c6-a1cd-84676510ab98</a:t>
            </a:r>
          </a:p>
        </p:txBody>
      </p:sp>
    </p:spTree>
    <p:extLst>
      <p:ext uri="{BB962C8B-B14F-4D97-AF65-F5344CB8AC3E}">
        <p14:creationId xmlns:p14="http://schemas.microsoft.com/office/powerpoint/2010/main" val="212608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E5819-CA2F-2E8C-F470-CB2E57201C13}"/>
              </a:ext>
            </a:extLst>
          </p:cNvPr>
          <p:cNvSpPr txBox="1"/>
          <p:nvPr/>
        </p:nvSpPr>
        <p:spPr>
          <a:xfrm>
            <a:off x="2880851" y="825909"/>
            <a:ext cx="6075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Create a google form and google data sheet for record </a:t>
            </a:r>
          </a:p>
        </p:txBody>
      </p:sp>
    </p:spTree>
    <p:extLst>
      <p:ext uri="{BB962C8B-B14F-4D97-AF65-F5344CB8AC3E}">
        <p14:creationId xmlns:p14="http://schemas.microsoft.com/office/powerpoint/2010/main" val="205161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387850-C97E-FAD6-2B6E-AB56FB6E5100}"/>
              </a:ext>
            </a:extLst>
          </p:cNvPr>
          <p:cNvSpPr txBox="1"/>
          <p:nvPr/>
        </p:nvSpPr>
        <p:spPr>
          <a:xfrm>
            <a:off x="766916" y="1268361"/>
            <a:ext cx="10343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Google Machine Onboarding form : </a:t>
            </a:r>
          </a:p>
          <a:p>
            <a:r>
              <a:rPr lang="en-IN" dirty="0"/>
              <a:t>https://docs.google.com/forms/d/e/1FAIpQLSfteA7qHqTCIwHE60Evs8QE0zuVHdrRRB51GPf1LhLz72b0RQ/viewform?usp=publish-editor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F3A87-BC0D-F520-45EF-1FA20B01F6BB}"/>
              </a:ext>
            </a:extLst>
          </p:cNvPr>
          <p:cNvSpPr txBox="1"/>
          <p:nvPr/>
        </p:nvSpPr>
        <p:spPr>
          <a:xfrm>
            <a:off x="766915" y="3108293"/>
            <a:ext cx="103435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Machine data onboarding google sheet: </a:t>
            </a:r>
            <a:r>
              <a:rPr lang="en-IN" dirty="0"/>
              <a:t>https://docs.google.com/spreadsheets/d/1Vqay7YnqGtA83aJvf16JTDXPS472N0DZtL-mF-NnPGU/edit?usp=sharing</a:t>
            </a:r>
          </a:p>
        </p:txBody>
      </p:sp>
    </p:spTree>
    <p:extLst>
      <p:ext uri="{BB962C8B-B14F-4D97-AF65-F5344CB8AC3E}">
        <p14:creationId xmlns:p14="http://schemas.microsoft.com/office/powerpoint/2010/main" val="1193463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010E1-8E65-06B5-9C9D-D772F3EC2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22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793F875364964E8D2A4495C70F09F3" ma:contentTypeVersion="1" ma:contentTypeDescription="Create a new document." ma:contentTypeScope="" ma:versionID="d12e6c6132fb0d80fc0e100c4405fb55">
  <xsd:schema xmlns:xsd="http://www.w3.org/2001/XMLSchema" xmlns:xs="http://www.w3.org/2001/XMLSchema" xmlns:p="http://schemas.microsoft.com/office/2006/metadata/properties" xmlns:ns3="0d1d1856-6f48-4584-b267-02e59a5ff6db" targetNamespace="http://schemas.microsoft.com/office/2006/metadata/properties" ma:root="true" ma:fieldsID="7d86550ef90f821e0c443c410c43b433" ns3:_="">
    <xsd:import namespace="0d1d1856-6f48-4584-b267-02e59a5ff6d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1d1856-6f48-4584-b267-02e59a5ff6d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5A8980-E986-48B9-8FA7-6A6AFA5577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1d1856-6f48-4584-b267-02e59a5ff6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1DE37C-F542-4B4F-A780-68F7F8375AD6}">
  <ds:schemaRefs>
    <ds:schemaRef ds:uri="0d1d1856-6f48-4584-b267-02e59a5ff6db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D46DE6-B1D3-4F5C-A0F1-F6241F5093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1077</TotalTime>
  <Words>201</Words>
  <Application>Microsoft Office PowerPoint</Application>
  <PresentationFormat>Widescreen</PresentationFormat>
  <Paragraphs>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JetBrains Mono</vt:lpstr>
      <vt:lpstr>Tw Cen MT</vt:lpstr>
      <vt:lpstr>Circuit</vt:lpstr>
      <vt:lpstr>DK-IOT Sensor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Dushyant Kumar</dc:creator>
  <cp:lastModifiedBy>Dushyant Kumar</cp:lastModifiedBy>
  <cp:revision>9</cp:revision>
  <dcterms:created xsi:type="dcterms:W3CDTF">2026-05-21T15:31:50Z</dcterms:created>
  <dcterms:modified xsi:type="dcterms:W3CDTF">2026-05-22T09:48:19Z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0x01010009793F875364964E8D2A4495C70F09F3</vt:lpwstr>
  </property>
</Properties>
</file>
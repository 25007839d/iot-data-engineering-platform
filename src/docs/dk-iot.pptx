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4"/>
  </p:sldMasterIdLst>
  <p:sldIdLst>
    <p:sldId id="256" r:id="rId5"/>
    <p:sldId id="270" r:id="rId6"/>
    <p:sldId id="257" r:id="rId7"/>
    <p:sldId id="269" r:id="rId8"/>
    <p:sldId id="258" r:id="rId9"/>
    <p:sldId id="260" r:id="rId10"/>
    <p:sldId id="262" r:id="rId11"/>
    <p:sldId id="259" r:id="rId12"/>
    <p:sldId id="261" r:id="rId13"/>
    <p:sldId id="263" r:id="rId14"/>
    <p:sldId id="264" r:id="rId15"/>
    <p:sldId id="265" r:id="rId16"/>
    <p:sldId id="267" r:id="rId17"/>
    <p:sldId id="266" r:id="rId18"/>
    <p:sldId id="268" r:id="rId19"/>
  </p:sldIdLst>
  <p:sldSz cx="12192000" cy="6858000"/>
  <p:notesSz cx="6858000" cy="9144000"/>
  <p:photoAlbum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3608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6942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624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8376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6219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3237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779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07838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9091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1364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81094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326682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61494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53947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9490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5425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0976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3BBD8F-52FC-498D-AECF-795C11C71659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7729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  <p:sldLayoutId id="214748370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ashboard.render.com/web/srv-d86vtobtqb8s7381c23g" TargetMode="External"/><Relationship Id="rId2" Type="http://schemas.openxmlformats.org/officeDocument/2006/relationships/hyperlink" Target="https://iot-api-6vuj.onrender.com/dashboard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A8588-F5DD-E30D-015F-066DA82367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DK-IOT Sensor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F55E25-D3D7-B816-7651-0E56E7641B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by Dushyant Kumar</a:t>
            </a:r>
          </a:p>
        </p:txBody>
      </p:sp>
    </p:spTree>
    <p:extLst>
      <p:ext uri="{BB962C8B-B14F-4D97-AF65-F5344CB8AC3E}">
        <p14:creationId xmlns:p14="http://schemas.microsoft.com/office/powerpoint/2010/main" val="1852370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079DE0-74FA-88CC-79A7-2CDF713A1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245" y="0"/>
            <a:ext cx="105893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857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">
            <a:extLst>
              <a:ext uri="{FF2B5EF4-FFF2-40B4-BE49-F238E27FC236}">
                <a16:creationId xmlns:a16="http://schemas.microsoft.com/office/drawing/2014/main" id="{933A66B5-844A-86DD-34E7-B9BC30515A2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5" b="80550"/>
          <a:stretch>
            <a:fillRect/>
          </a:stretch>
        </p:blipFill>
        <p:spPr>
          <a:xfrm>
            <a:off x="447368" y="2448233"/>
            <a:ext cx="11552902" cy="1799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326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09C4BF-AFB8-F638-5917-ADEF3E4A3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230" y="0"/>
            <a:ext cx="111695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193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k_iot">
            <a:extLst>
              <a:ext uri="{FF2B5EF4-FFF2-40B4-BE49-F238E27FC236}">
                <a16:creationId xmlns:a16="http://schemas.microsoft.com/office/drawing/2014/main" id="{1E12EC3E-4E14-F30D-2A2C-49A7DBE472B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333"/>
          <a:stretch>
            <a:fillRect/>
          </a:stretch>
        </p:blipFill>
        <p:spPr>
          <a:xfrm>
            <a:off x="1021791" y="216800"/>
            <a:ext cx="10148418" cy="623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489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A30B4-46F1-6D99-F9A8-9CC00D632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k_iot">
            <a:extLst>
              <a:ext uri="{FF2B5EF4-FFF2-40B4-BE49-F238E27FC236}">
                <a16:creationId xmlns:a16="http://schemas.microsoft.com/office/drawing/2014/main" id="{DBB4405A-A48C-C22E-7838-66622E49412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634" b="660"/>
          <a:stretch>
            <a:fillRect/>
          </a:stretch>
        </p:blipFill>
        <p:spPr>
          <a:xfrm>
            <a:off x="628500" y="491613"/>
            <a:ext cx="11144109" cy="572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87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6BD41C-F765-8D5F-5CC0-DCCC8C28599B}"/>
              </a:ext>
            </a:extLst>
          </p:cNvPr>
          <p:cNvSpPr txBox="1"/>
          <p:nvPr/>
        </p:nvSpPr>
        <p:spPr>
          <a:xfrm>
            <a:off x="1791929" y="1909605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https://github.com/25007839d/iot_api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9CA8D3-4B95-3150-6215-F08B9D7DE251}"/>
              </a:ext>
            </a:extLst>
          </p:cNvPr>
          <p:cNvSpPr txBox="1"/>
          <p:nvPr/>
        </p:nvSpPr>
        <p:spPr>
          <a:xfrm>
            <a:off x="1791929" y="709972"/>
            <a:ext cx="93380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/>
              <a:t>Flask App Repo auto sync in render- </a:t>
            </a:r>
            <a:r>
              <a:rPr lang="en-IN" sz="3200" b="1" dirty="0" err="1"/>
              <a:t>loging</a:t>
            </a:r>
            <a:r>
              <a:rPr lang="en-IN" sz="3200" b="1" dirty="0"/>
              <a:t> by </a:t>
            </a:r>
            <a:r>
              <a:rPr lang="en-IN" sz="3200" b="1" dirty="0" err="1"/>
              <a:t>github</a:t>
            </a:r>
            <a:endParaRPr lang="en-IN" sz="3200" b="1" dirty="0"/>
          </a:p>
        </p:txBody>
      </p:sp>
    </p:spTree>
    <p:extLst>
      <p:ext uri="{BB962C8B-B14F-4D97-AF65-F5344CB8AC3E}">
        <p14:creationId xmlns:p14="http://schemas.microsoft.com/office/powerpoint/2010/main" val="900840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3055C8-42E3-320B-92F2-00E455F04413}"/>
              </a:ext>
            </a:extLst>
          </p:cNvPr>
          <p:cNvSpPr txBox="1"/>
          <p:nvPr/>
        </p:nvSpPr>
        <p:spPr>
          <a:xfrm>
            <a:off x="2204884" y="1326110"/>
            <a:ext cx="610091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api</a:t>
            </a:r>
            <a:endParaRPr lang="en-IN" dirty="0"/>
          </a:p>
          <a:p>
            <a:r>
              <a:rPr lang="en-IN" dirty="0"/>
              <a:t>https://iot-api-6vuj.onrender.com/sensor</a:t>
            </a:r>
          </a:p>
          <a:p>
            <a:endParaRPr lang="en-IN" dirty="0"/>
          </a:p>
          <a:p>
            <a:r>
              <a:rPr lang="en-IN" dirty="0"/>
              <a:t>dashboard</a:t>
            </a:r>
          </a:p>
          <a:p>
            <a:r>
              <a:rPr lang="en-IN" dirty="0">
                <a:hlinkClick r:id="rId2"/>
              </a:rPr>
              <a:t>https://iot-api-6vuj.onrender.com/dashboard</a:t>
            </a:r>
            <a:endParaRPr lang="en-IN" dirty="0"/>
          </a:p>
          <a:p>
            <a:endParaRPr lang="en-IN" dirty="0"/>
          </a:p>
          <a:p>
            <a:r>
              <a:rPr lang="en-IN" dirty="0"/>
              <a:t>Render </a:t>
            </a:r>
            <a:r>
              <a:rPr lang="en-IN" dirty="0" err="1"/>
              <a:t>ui</a:t>
            </a:r>
            <a:r>
              <a:rPr lang="en-IN" dirty="0"/>
              <a:t>:</a:t>
            </a:r>
          </a:p>
          <a:p>
            <a:r>
              <a:rPr lang="en-IN" dirty="0">
                <a:hlinkClick r:id="rId3"/>
              </a:rPr>
              <a:t>https://dashboard.render.com/web/srv-d86vtobtqb8s7381c23g</a:t>
            </a:r>
            <a:endParaRPr lang="en-IN" dirty="0"/>
          </a:p>
          <a:p>
            <a:endParaRPr lang="en-IN" dirty="0"/>
          </a:p>
          <a:p>
            <a:r>
              <a:rPr lang="en-IN" dirty="0" err="1"/>
              <a:t>Supabase</a:t>
            </a:r>
            <a:r>
              <a:rPr lang="en-IN" dirty="0"/>
              <a:t> UI:</a:t>
            </a:r>
          </a:p>
          <a:p>
            <a:r>
              <a:rPr lang="en-IN" dirty="0"/>
              <a:t>https://supabase.com/dashboard/project/noatyhntldvoisaqxvip/database/schemas</a:t>
            </a:r>
          </a:p>
        </p:txBody>
      </p:sp>
    </p:spTree>
    <p:extLst>
      <p:ext uri="{BB962C8B-B14F-4D97-AF65-F5344CB8AC3E}">
        <p14:creationId xmlns:p14="http://schemas.microsoft.com/office/powerpoint/2010/main" val="3223537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0C3DA96-8558-C112-4A39-042EEDE3914D}"/>
              </a:ext>
            </a:extLst>
          </p:cNvPr>
          <p:cNvSpPr txBox="1"/>
          <p:nvPr/>
        </p:nvSpPr>
        <p:spPr>
          <a:xfrm>
            <a:off x="2637503" y="1899431"/>
            <a:ext cx="610091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800" dirty="0">
                <a:effectLst/>
                <a:latin typeface="JetBrains Mono"/>
              </a:rPr>
              <a:t>import requests</a:t>
            </a:r>
            <a:br>
              <a:rPr lang="en-IN" sz="1800" dirty="0">
                <a:effectLst/>
                <a:latin typeface="JetBrains Mono"/>
              </a:rPr>
            </a:br>
            <a:br>
              <a:rPr lang="en-IN" sz="1800" dirty="0">
                <a:effectLst/>
                <a:latin typeface="JetBrains Mono"/>
              </a:rPr>
            </a:br>
            <a:r>
              <a:rPr lang="en-IN" sz="1800" dirty="0" err="1">
                <a:effectLst/>
                <a:latin typeface="JetBrains Mono"/>
              </a:rPr>
              <a:t>url</a:t>
            </a:r>
            <a:r>
              <a:rPr lang="en-IN" sz="1800" dirty="0">
                <a:effectLst/>
                <a:latin typeface="JetBrains Mono"/>
              </a:rPr>
              <a:t> = "https://iot-api-6vuj.onrender.com/sensor"</a:t>
            </a:r>
            <a:br>
              <a:rPr lang="en-IN" sz="1800" dirty="0">
                <a:effectLst/>
                <a:latin typeface="JetBrains Mono"/>
              </a:rPr>
            </a:b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data = {</a:t>
            </a: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    "temperature": 34,</a:t>
            </a: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    "vibration": 1,</a:t>
            </a: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    "current": 2.5</a:t>
            </a: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}</a:t>
            </a:r>
            <a:br>
              <a:rPr lang="en-IN" sz="1800" dirty="0">
                <a:effectLst/>
                <a:latin typeface="JetBrains Mono"/>
              </a:rPr>
            </a:b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response = </a:t>
            </a:r>
            <a:r>
              <a:rPr lang="en-IN" sz="1800" dirty="0" err="1">
                <a:effectLst/>
                <a:latin typeface="JetBrains Mono"/>
              </a:rPr>
              <a:t>requests.post</a:t>
            </a:r>
            <a:r>
              <a:rPr lang="en-IN" sz="1800" dirty="0">
                <a:effectLst/>
                <a:latin typeface="JetBrains Mono"/>
              </a:rPr>
              <a:t>(</a:t>
            </a:r>
            <a:r>
              <a:rPr lang="en-IN" sz="1800" dirty="0" err="1">
                <a:effectLst/>
                <a:latin typeface="JetBrains Mono"/>
              </a:rPr>
              <a:t>url</a:t>
            </a:r>
            <a:r>
              <a:rPr lang="en-IN" sz="1800" dirty="0">
                <a:effectLst/>
                <a:latin typeface="JetBrains Mono"/>
              </a:rPr>
              <a:t>, data=data)</a:t>
            </a:r>
            <a:br>
              <a:rPr lang="en-IN" sz="1800" dirty="0">
                <a:effectLst/>
                <a:latin typeface="JetBrains Mono"/>
              </a:rPr>
            </a:b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print(</a:t>
            </a:r>
            <a:r>
              <a:rPr lang="en-IN" sz="1800" dirty="0" err="1">
                <a:effectLst/>
                <a:latin typeface="JetBrains Mono"/>
              </a:rPr>
              <a:t>response.text</a:t>
            </a:r>
            <a:r>
              <a:rPr lang="en-IN" sz="1800" dirty="0">
                <a:effectLst/>
                <a:latin typeface="JetBrains Mono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35C7E-07E3-FFD4-A5C4-730BF24A9799}"/>
              </a:ext>
            </a:extLst>
          </p:cNvPr>
          <p:cNvSpPr txBox="1"/>
          <p:nvPr/>
        </p:nvSpPr>
        <p:spPr>
          <a:xfrm>
            <a:off x="1739661" y="680475"/>
            <a:ext cx="17956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/>
              <a:t>TEST API:</a:t>
            </a:r>
          </a:p>
        </p:txBody>
      </p:sp>
    </p:spTree>
    <p:extLst>
      <p:ext uri="{BB962C8B-B14F-4D97-AF65-F5344CB8AC3E}">
        <p14:creationId xmlns:p14="http://schemas.microsoft.com/office/powerpoint/2010/main" val="3218776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341032-197C-7475-CF41-F8003E934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7005"/>
            <a:ext cx="12192000" cy="28839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AE1200-F092-1127-3F26-0C546D4C905C}"/>
              </a:ext>
            </a:extLst>
          </p:cNvPr>
          <p:cNvSpPr txBox="1"/>
          <p:nvPr/>
        </p:nvSpPr>
        <p:spPr>
          <a:xfrm>
            <a:off x="1791929" y="709972"/>
            <a:ext cx="20537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/>
              <a:t>Dashboard</a:t>
            </a:r>
          </a:p>
        </p:txBody>
      </p:sp>
    </p:spTree>
    <p:extLst>
      <p:ext uri="{BB962C8B-B14F-4D97-AF65-F5344CB8AC3E}">
        <p14:creationId xmlns:p14="http://schemas.microsoft.com/office/powerpoint/2010/main" val="2208904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5240B1-AD9C-7E5D-66FE-4C74A79E8F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6064"/>
            <a:ext cx="12192000" cy="58437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4BADE5-D46A-67CB-3F05-6AC512154B57}"/>
              </a:ext>
            </a:extLst>
          </p:cNvPr>
          <p:cNvSpPr txBox="1"/>
          <p:nvPr/>
        </p:nvSpPr>
        <p:spPr>
          <a:xfrm>
            <a:off x="1782096" y="454333"/>
            <a:ext cx="26355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/>
              <a:t>Render server </a:t>
            </a:r>
          </a:p>
        </p:txBody>
      </p:sp>
    </p:spTree>
    <p:extLst>
      <p:ext uri="{BB962C8B-B14F-4D97-AF65-F5344CB8AC3E}">
        <p14:creationId xmlns:p14="http://schemas.microsoft.com/office/powerpoint/2010/main" val="1848874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4E5F45-9824-19BF-5D71-AAE37321B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9496"/>
            <a:ext cx="12192000" cy="56985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364294-86A6-2163-94A2-31B5C2C2FC1A}"/>
              </a:ext>
            </a:extLst>
          </p:cNvPr>
          <p:cNvSpPr txBox="1"/>
          <p:nvPr/>
        </p:nvSpPr>
        <p:spPr>
          <a:xfrm>
            <a:off x="1782096" y="454333"/>
            <a:ext cx="64399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 err="1"/>
              <a:t>Supabase</a:t>
            </a:r>
            <a:r>
              <a:rPr lang="en-IN" sz="3200" b="1" dirty="0"/>
              <a:t> DB server- login by </a:t>
            </a:r>
            <a:r>
              <a:rPr lang="en-IN" sz="3200" b="1" dirty="0" err="1"/>
              <a:t>github</a:t>
            </a:r>
            <a:endParaRPr lang="en-IN" sz="32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F397AC-737B-B406-9504-BB1D8EEE7D48}"/>
              </a:ext>
            </a:extLst>
          </p:cNvPr>
          <p:cNvSpPr txBox="1"/>
          <p:nvPr/>
        </p:nvSpPr>
        <p:spPr>
          <a:xfrm>
            <a:off x="0" y="854442"/>
            <a:ext cx="126381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https://supabase.com/dashboard/project/noatyhntldvoisaqxvip/sql/f765dfa7-17d3-41c6-a1cd-84676510ab98</a:t>
            </a:r>
          </a:p>
        </p:txBody>
      </p:sp>
    </p:spTree>
    <p:extLst>
      <p:ext uri="{BB962C8B-B14F-4D97-AF65-F5344CB8AC3E}">
        <p14:creationId xmlns:p14="http://schemas.microsoft.com/office/powerpoint/2010/main" val="2126081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E5819-CA2F-2E8C-F470-CB2E57201C13}"/>
              </a:ext>
            </a:extLst>
          </p:cNvPr>
          <p:cNvSpPr txBox="1"/>
          <p:nvPr/>
        </p:nvSpPr>
        <p:spPr>
          <a:xfrm>
            <a:off x="2880851" y="825909"/>
            <a:ext cx="60755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/>
              <a:t>Create a google form and google data sheet for record </a:t>
            </a:r>
          </a:p>
        </p:txBody>
      </p:sp>
    </p:spTree>
    <p:extLst>
      <p:ext uri="{BB962C8B-B14F-4D97-AF65-F5344CB8AC3E}">
        <p14:creationId xmlns:p14="http://schemas.microsoft.com/office/powerpoint/2010/main" val="2051617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387850-C97E-FAD6-2B6E-AB56FB6E5100}"/>
              </a:ext>
            </a:extLst>
          </p:cNvPr>
          <p:cNvSpPr txBox="1"/>
          <p:nvPr/>
        </p:nvSpPr>
        <p:spPr>
          <a:xfrm>
            <a:off x="766916" y="1268361"/>
            <a:ext cx="103435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Google Machine Onboarding form : </a:t>
            </a:r>
          </a:p>
          <a:p>
            <a:r>
              <a:rPr lang="en-IN" dirty="0"/>
              <a:t>https://docs.google.com/forms/d/e/1FAIpQLSfteA7qHqTCIwHE60Evs8QE0zuVHdrRRB51GPf1LhLz72b0RQ/viewform?usp=publish-editor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8F3A87-BC0D-F520-45EF-1FA20B01F6BB}"/>
              </a:ext>
            </a:extLst>
          </p:cNvPr>
          <p:cNvSpPr txBox="1"/>
          <p:nvPr/>
        </p:nvSpPr>
        <p:spPr>
          <a:xfrm>
            <a:off x="766915" y="3108293"/>
            <a:ext cx="1034353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Machine data onboarding google sheet: </a:t>
            </a:r>
            <a:r>
              <a:rPr lang="en-IN" dirty="0"/>
              <a:t>https://docs.google.com/spreadsheets/d/1Vqay7YnqGtA83aJvf16JTDXPS472N0DZtL-mF-NnPGU/edit?usp=sharing</a:t>
            </a:r>
          </a:p>
        </p:txBody>
      </p:sp>
    </p:spTree>
    <p:extLst>
      <p:ext uri="{BB962C8B-B14F-4D97-AF65-F5344CB8AC3E}">
        <p14:creationId xmlns:p14="http://schemas.microsoft.com/office/powerpoint/2010/main" val="1193463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9010E1-8E65-06B5-9C9D-D772F3EC2E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02203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793F875364964E8D2A4495C70F09F3" ma:contentTypeVersion="1" ma:contentTypeDescription="Create a new document." ma:contentTypeScope="" ma:versionID="d12e6c6132fb0d80fc0e100c4405fb55">
  <xsd:schema xmlns:xsd="http://www.w3.org/2001/XMLSchema" xmlns:xs="http://www.w3.org/2001/XMLSchema" xmlns:p="http://schemas.microsoft.com/office/2006/metadata/properties" xmlns:ns3="0d1d1856-6f48-4584-b267-02e59a5ff6db" targetNamespace="http://schemas.microsoft.com/office/2006/metadata/properties" ma:root="true" ma:fieldsID="7d86550ef90f821e0c443c410c43b433" ns3:_="">
    <xsd:import namespace="0d1d1856-6f48-4584-b267-02e59a5ff6d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d1d1856-6f48-4584-b267-02e59a5ff6d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55A8980-E986-48B9-8FA7-6A6AFA55779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d1d1856-6f48-4584-b267-02e59a5ff6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11DE37C-F542-4B4F-A780-68F7F8375AD6}">
  <ds:schemaRefs>
    <ds:schemaRef ds:uri="0d1d1856-6f48-4584-b267-02e59a5ff6db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9D46DE6-B1D3-4F5C-A0F1-F6241F50930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2276</TotalTime>
  <Words>233</Words>
  <Application>Microsoft Office PowerPoint</Application>
  <PresentationFormat>Widescreen</PresentationFormat>
  <Paragraphs>25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JetBrains Mono</vt:lpstr>
      <vt:lpstr>Tw Cen MT</vt:lpstr>
      <vt:lpstr>Circuit</vt:lpstr>
      <vt:lpstr>DK-IOT Sensor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Dushyant Kumar</dc:creator>
  <cp:lastModifiedBy>Dushyant Kumar</cp:lastModifiedBy>
  <cp:revision>15</cp:revision>
  <dcterms:created xsi:type="dcterms:W3CDTF">2026-05-21T15:31:50Z</dcterms:created>
  <dcterms:modified xsi:type="dcterms:W3CDTF">2026-06-08T17:45:20Z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0x01010009793F875364964E8D2A4495C70F09F3</vt:lpwstr>
  </property>
</Properties>
</file>